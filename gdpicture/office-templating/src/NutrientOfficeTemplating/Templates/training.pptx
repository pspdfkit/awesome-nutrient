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Cover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5000" b="1" dirty="0">
                <a:solidFill>
                  <a:srgbClr val="1A1414"/>
                </a:solidFill>
                <a:latin typeface="Archivo"/>
              </a:rPr>
              <a:t>{{course.title}}</a:t>
            </a:r>
          </a:p>
          <a:p>
            <a:pPr algn="l">
              <a:spcBef>
                <a:spcPts val="600"/>
              </a:spcBef>
            </a:pPr>
            <a:r>
              <a:rPr lang="en-US" sz="2000" dirty="0">
                <a:solidFill>
                  <a:srgbClr val="67594B"/>
                </a:solidFill>
                <a:latin typeface="Archivo"/>
              </a:rPr>
              <a:t>{{course.subtitle}}</a:t>
            </a:r>
          </a:p>
        </p:txBody>
      </p:sp>
      <p:sp>
        <p:nvSpPr>
          <p:cNvPr id="2619" name="Meta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1A1414"/>
                </a:solidFill>
                <a:latin typeface="Archivo"/>
              </a:rPr>
              <a:t>{{course.instructor}}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{{course.duration}}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{{course.level}}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WHAT YOU'LL LEARN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{{outcomes.headline}}</a:t>
            </a:r>
          </a:p>
        </p:txBody>
      </p:sp>
      <p:sp>
        <p:nvSpPr>
          <p:cNvPr id="534" name="Outcomes"/>
          <p:cNvSpPr txBox="1"/>
          <p:nvPr/>
        </p:nvSpPr>
        <p:spPr>
          <a:xfrm>
            <a:off x="822960" y="228600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{{#outcomes.items}}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F25E45"/>
                </a:solidFill>
                <a:latin typeface="Archivo"/>
              </a:rPr>
              <a:t>•   </a:t>
            </a:r>
            <a:r>
              <a:rPr lang="en-US" sz="1600" dirty="0">
                <a:solidFill>
                  <a:srgbClr val="1A1414"/>
                </a:solidFill>
                <a:latin typeface="Archivo"/>
              </a:rPr>
              <a:t>{{label}}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{{/outcomes.items}}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AGENDA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{{agenda.headline}}</a:t>
            </a:r>
          </a:p>
        </p:txBody>
      </p:sp>
      <p:sp>
        <p:nvSpPr>
          <p:cNvPr id="1992" name="Agenda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{{#agenda.modules}}</a:t>
            </a:r>
          </a:p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25E45"/>
                </a:solidFill>
                <a:latin typeface="Archivo"/>
              </a:rPr>
              <a:t>{{number}}</a:t>
            </a:r>
            <a:r>
              <a:rPr lang="en-US" sz="1600" b="1" dirty="0">
                <a:solidFill>
                  <a:srgbClr val="1A1414"/>
                </a:solidFill>
                <a:latin typeface="Archivo"/>
              </a:rPr>
              <a:t>   {{title}}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{{duration}}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{{/agenda.modules}}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MODULE DETAIL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{{modules.headline}}</a:t>
            </a:r>
          </a:p>
        </p:txBody>
      </p:sp>
      <p:sp>
        <p:nvSpPr>
          <p:cNvPr id="5405" name="Modules"/>
          <p:cNvSpPr txBox="1"/>
          <p:nvPr/>
        </p:nvSpPr>
        <p:spPr>
          <a:xfrm>
            <a:off x="822960" y="2194560"/>
            <a:ext cx="10515600" cy="3474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{{#modules.items}}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{{title}}</a:t>
            </a:r>
            <a:r>
              <a:rPr lang="en-US" sz="1300" dirty="0">
                <a:solidFill>
                  <a:srgbClr val="67594B"/>
                </a:solidFill>
                <a:latin typeface="Archivo"/>
              </a:rPr>
              <a:t>     {{duration}}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{{objective}}</a:t>
            </a:r>
          </a:p>
          <a:p>
            <a:pPr algn="l">
              <a:spcBef>
                <a:spcPts val="0"/>
              </a:spcBef>
            </a:pPr>
            <a:r>
              <a:rPr lang="en-US" sz="1300" b="1" dirty="0">
                <a:solidFill>
                  <a:srgbClr val="F25E45"/>
                </a:solidFill>
                <a:latin typeface="Archivo"/>
              </a:rPr>
              <a:t>Exercise:  </a:t>
            </a:r>
            <a:r>
              <a:rPr lang="en-US" sz="1300" dirty="0">
                <a:solidFill>
                  <a:srgbClr val="67594B"/>
                </a:solidFill>
                <a:latin typeface="Archivo"/>
              </a:rPr>
              <a:t>{{exercise}}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{{/modules.items}}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BEFORE YOU START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{{prerequisites.headline}}</a:t>
            </a:r>
          </a:p>
        </p:txBody>
      </p:sp>
      <p:sp>
        <p:nvSpPr>
          <p:cNvPr id="3766" name="Prereqs"/>
          <p:cNvSpPr txBox="1"/>
          <p:nvPr/>
        </p:nvSpPr>
        <p:spPr>
          <a:xfrm>
            <a:off x="822960" y="228600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{{#prerequisites.items}}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{{item}}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{{detail}}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{{/prerequisites.items}}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GOING FURTHER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{{resources.headline}}</a:t>
            </a:r>
          </a:p>
        </p:txBody>
      </p:sp>
      <p:sp>
        <p:nvSpPr>
          <p:cNvPr id="5241" name="Resources"/>
          <p:cNvSpPr txBox="1"/>
          <p:nvPr/>
        </p:nvSpPr>
        <p:spPr>
          <a:xfrm>
            <a:off x="822960" y="228600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{{#resources.items}}</a:t>
            </a:r>
          </a:p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1A1414"/>
                </a:solidFill>
                <a:latin typeface="Archivo"/>
              </a:rPr>
              <a:t>{{title}}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{{where}}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{{/resources.items}}</a:t>
            </a:r>
          </a:p>
          <a:p>
            <a:endParaRPr lang="en-US"/>
          </a:p>
        </p:txBody>
      </p:sp>
      <p:sp>
        <p:nvSpPr>
          <p:cNvPr id="3011" name="Contact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67594B"/>
                </a:solidFill>
                <a:latin typeface="Archivo"/>
              </a:rPr>
              <a:t>{{course.contact}}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trient">
  <a:themeElements>
    <a:clrScheme name="Nutrient">
      <a:dk1>
        <a:srgbClr val="1A1414"/>
      </a:dk1>
      <a:lt1>
        <a:srgbClr val="FFFFFF"/>
      </a:lt1>
      <a:dk2>
        <a:srgbClr val="67594B"/>
      </a:dk2>
      <a:lt2>
        <a:srgbClr val="EFEBE7"/>
      </a:lt2>
      <a:accent1>
        <a:srgbClr val="F25E45"/>
      </a:accent1>
      <a:accent2>
        <a:srgbClr val="DE9DCC"/>
      </a:accent2>
      <a:accent3>
        <a:srgbClr val="6EB579"/>
      </a:accent3>
      <a:accent4>
        <a:srgbClr val="F0C968"/>
      </a:accent4>
      <a:accent5>
        <a:srgbClr val="C2B8AE"/>
      </a:accent5>
      <a:accent6>
        <a:srgbClr val="67594B"/>
      </a:accent6>
      <a:hlink>
        <a:srgbClr val="F25E45"/>
      </a:hlink>
      <a:folHlink>
        <a:srgbClr val="67594B"/>
      </a:folHlink>
    </a:clrScheme>
    <a:fontScheme name="Nutrient">
      <a:majorFont>
        <a:latin typeface="Archivo"/>
        <a:ea typeface=""/>
        <a:cs typeface=""/>
      </a:majorFont>
      <a:minorFont>
        <a:latin typeface="Archivo"/>
        <a:ea typeface=""/>
        <a:cs typeface=""/>
      </a:minorFont>
    </a:fontScheme>
    <a:fmtScheme name="Nutri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Training Deck Template</dc:title>
  <dc:creator>Nutrient Office Templating Demo</dc:creator>
</cp:coreProperties>
</file>